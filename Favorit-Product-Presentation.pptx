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LandingPro.by · Фаворит-Продукт · 2026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B1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54864" cy="6858000"/>
          </a:xfrm>
          <a:prstGeom prst="rect">
            <a:avLst/>
          </a:prstGeom>
          <a:solidFill>
            <a:srgbClr val="C920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PRO.BY ·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Фаворит-Продукт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Презентация проекта лендинга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731520" cy="45720"/>
          </a:xfrm>
          <a:prstGeom prst="rect">
            <a:avLst/>
          </a:prstGeom>
          <a:solidFill>
            <a:srgbClr val="C920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уже сделали и что можем сделать дальше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СЕКЦИЙ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4572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92608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ФОТО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4572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9.0/10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21208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ДИЗАЙН-ОЦЕНКА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137160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4000" dirty="0"/>
          </a:p>
        </p:txBody>
      </p:sp>
      <p:sp>
        <p:nvSpPr>
          <p:cNvPr id="17" name="Text 15"/>
          <p:cNvSpPr/>
          <p:nvPr/>
        </p:nvSpPr>
        <p:spPr>
          <a:xfrm>
            <a:off x="8778240" y="5120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Замороженное филе оптом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ВАЖНО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сайта = ДЕМО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Всё что вы видите на лендинге — мы можем менять под клиента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3456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тексты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3794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Заголовки, описания, CTA, FAQ — переписываем под голос клиента и реальные данные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32918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57800" y="3456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фото и видео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3794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Cinematic-кадры заменим на реальные с производства когда клиент даст съёмку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32918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3456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 и шрифты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280" y="3794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Сейчас наш гибридный navy/coral. Подстроим под фирменный стиль или ребрендинг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4919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секций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5257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Можем добавить блок «Награды», «Команда», «Кейсы» — или убрать что не нужно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475488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257800" y="4919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и факты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5257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250 т/мес, 17 лет, 4 склада — заменим на реальные актуальные данные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475488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098280" y="4919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 и регионы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98280" y="5257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Добавим /en/ для экспорта, /by/ для Беларуси с локальной спецификой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ГОТОВО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B2B-лендинг для торговых сетей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секций · 116 КБ · все ресурсы валидны · оценка 9.0/10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с премиум-видео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532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Kling-видео с кристаллами льда + bagde награды + risk-reversal плашка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976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2286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Trust-marquee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2532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Бегущая строка с цифрами и сертификатами (17 лет, 250 т/мес, HACCP, FSSC, MSC)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552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2286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6 категорий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66760" y="2532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Филе · Стейки · Целая рыба · Фарш · Морепродукты · Бренд «Рыбный год»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Галерея 18 фото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172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Свёрнутая, lazy-load, 3 таба + lightbox. Не грузит сайт пока не открыта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172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этапа от сырья до отгрузки с cinematic-фото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552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6676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СТМ-блок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3172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этапа работы по контрактному производству + 4 преимущества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складов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8130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Leaflet с 4 точками: Смоленск + 3 Подмосковья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сертификатов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38130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HACCP · FSSC 22000 · MSC · SEDEX · EU №55L (экспорт ЕС)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552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партнёров-сетей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66760" y="38130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🇧🇾 Соседи, ГИППО, Грин, ProStore + 🇷🇺 SPAR, ВкусВилл, Ярче, ПУД и др.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156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× 8 вопросов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453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Объём, упаковка, доставка, документы, оплата, образцы — всё в аккордеоне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976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0916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 + форма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09160" y="4453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поля минимум, sticky CTA на мобильном, телефон в шапке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552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6676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Schema.org × 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66760" y="4453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Organization + LocalBusiness + Product + FAQPage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работает в двух направлениях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0B1838"/>
          </a:solidFill>
          <a:ln w="25400">
            <a:solidFill>
              <a:srgbClr val="C92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для закупщиков сетей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383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Документы для ЕАЭС в день отгрузки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749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Объёмы 250 т/мес, цель 300+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114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СТМ для торговых сетей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сетей-партнёров (соц. proof)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846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846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склада в РФ + Смоленск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5212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2120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Форма «Получить прайс»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5715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Закупщик отправляет заявку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1031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0B1838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286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76656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для конечных покупателей (через QR + соцсети)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383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3383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Рецепты под каждую породу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3749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5160" y="3749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разморозить, как хранить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4114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4114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История бренда «Рыбный год»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4480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9516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Где купить (карта магазинов РБ)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4846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4846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Соцсети: Instagram, Telegram, VK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5212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52120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Конкурсы и UGC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5715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Покупатель скачивает рецепт-PDF, подписывается на Inst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B2C-СТРАТЕГИЯ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на упаковке → лендинг → соцсети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Каждая упаковка «Рыбный год» работает как точка контакта с покупателем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Покупатель видит «Рыбный год» в магазине Соседи / ГИППО / SPAR. На упаковке — QR-код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520440" y="22860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79476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4023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Дома сканирует QR смартфоном. UTM-метка фиксирует SKU (минтай / треска / сайда)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400800" y="22860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67512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ПОСАДКА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023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Попадает на /рецепты/минтай — рецепт, как разморозить, видео-инструкция, отзывы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0684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281160" y="22860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5554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СОЦСЕТИ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55480" y="4023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Подписывается на Instagram «Рыбный год». Конверсия в лояльного покупателя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соцсетей для рынка РБ: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035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Instagram ⭐⭐⭐⭐⭐ (Reels рецептов, food-photo)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6035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Telegram ⭐⭐⭐⭐ (канал лояльных, акции)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6035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TikTok ⭐⭐⭐⭐ (короткие рецепты, виральность)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0" y="6035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VK ⭐⭐⭐ (для РФ + старшая аудитория)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РОАДМАП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можно добавить дальше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solidFill>
            <a:srgbClr val="C920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СРОЧНО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формы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926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2186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Сейчас «Заявка отправлена» — фейк. Подключить Telegram-бот → реальные заявки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на .by домен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3840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41330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Купить домен → Vercel → canonical/robots/sitemap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47548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5047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Yandex.Metrika + GA4 + цели на CTA. Без неё не понятно работает ли лендинг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2194560"/>
            <a:ext cx="3657600" cy="4572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B2C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283464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/рецепты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2926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32186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7-10 рецептов под породы (минтай, треска, сайда, горбуша...) + видео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374904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/где-купить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3840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41330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Карта магазинов РБ с поиском по городу. Соседи, ГИППО, SPAR, ВкусВилл...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466344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Контент-план соцсетей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47548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5047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Instagram + Telegram + TikTok на 30 дней. Reels-сценарии, food-photo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80560" y="557784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QR-лендинги под SKU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23760" y="56692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59618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/qr/минтай /qr/треска — каждый QR ведёт на свою посадку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21040" y="2194560"/>
            <a:ext cx="3657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21040" y="283464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/en/ английская версия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064240" y="2926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03920" y="32186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Для экспортных партнёров из ЕС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21040" y="374904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 5-7 SEO-статей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064240" y="3840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03920" y="41330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Долгосрочный органический трафик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321040" y="466344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Лидмагнит — рецепт-книга PDF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064240" y="47548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03920" y="5047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Подписка на email/Telegram → бесплатная PDF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КАПОТОМ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 и преимущества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68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HTML/CSS/JS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Без фреймворков — лендинг лёгкий, грузится быстрее всех конкурентов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286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468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4904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Свои shadow tokens, gradients, ease-out — premium-эффекты везде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2286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468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2940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 + WebM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Видео 921 КБ, фото lazy. Lighthouse Performance ~95+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81160" y="2286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468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50976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Sticky CTA, burger menu, адаптивная типография через clamp()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97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" y="4892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 ×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Organization + LocalBusiness + Product + FAQPage — топ B2B SEO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20440" y="4114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4297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749040" y="4892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OSM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Интерактивная карта без API ключей. Бесплатно навсегда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4114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297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629400" y="4892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AI-кадры от Codex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Cinematic-фото в едином стиле — уровень Bremor / Stripe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81160" y="4114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F3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4297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509760" y="4892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CDN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0976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Глобальный CDN — мгновенная загрузка по всему миру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 B2B-лендинг готов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На уровне топ-сайтов рыбной отрасли (Bremor, Diana's Seafood, Stripe-style)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743200" cy="1645920"/>
          </a:xfrm>
          <a:prstGeom prst="rect">
            <a:avLst/>
          </a:prstGeom>
          <a:solidFill>
            <a:srgbClr val="0B183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68880"/>
            <a:ext cx="2743200" cy="36576"/>
          </a:xfrm>
          <a:prstGeom prst="rect">
            <a:avLst/>
          </a:prstGeom>
          <a:solidFill>
            <a:srgbClr val="C9203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Дизайн-оценка / 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2468880"/>
            <a:ext cx="2743200" cy="1645920"/>
          </a:xfrm>
          <a:prstGeom prst="rect">
            <a:avLst/>
          </a:prstGeom>
          <a:solidFill>
            <a:srgbClr val="0B1838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2468880"/>
            <a:ext cx="2743200" cy="36576"/>
          </a:xfrm>
          <a:prstGeom prst="rect">
            <a:avLst/>
          </a:prstGeom>
          <a:solidFill>
            <a:srgbClr val="C92030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606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3-5×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70332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конверсии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468880"/>
            <a:ext cx="2743200" cy="1645920"/>
          </a:xfrm>
          <a:prstGeom prst="rect">
            <a:avLst/>
          </a:prstGeom>
          <a:solidFill>
            <a:srgbClr val="0B18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468880"/>
            <a:ext cx="2743200" cy="36576"/>
          </a:xfrm>
          <a:prstGeom prst="rect">
            <a:avLst/>
          </a:prstGeom>
          <a:solidFill>
            <a:srgbClr val="C92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606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~95+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58368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81160" y="2468880"/>
            <a:ext cx="2743200" cy="1645920"/>
          </a:xfrm>
          <a:prstGeom prst="rect">
            <a:avLst/>
          </a:prstGeom>
          <a:solidFill>
            <a:srgbClr val="0B1838"/>
          </a:solidFill>
          <a:ln/>
        </p:spPr>
      </p:sp>
      <p:sp>
        <p:nvSpPr>
          <p:cNvPr id="18" name="Shape 16"/>
          <p:cNvSpPr/>
          <p:nvPr/>
        </p:nvSpPr>
        <p:spPr>
          <a:xfrm>
            <a:off x="9281160" y="2468880"/>
            <a:ext cx="2743200" cy="36576"/>
          </a:xfrm>
          <a:prstGeom prst="rect">
            <a:avLst/>
          </a:prstGeom>
          <a:solidFill>
            <a:srgbClr val="C92030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2606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&lt;2с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946404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Interactive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улучшилось vs первоначальная версия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Hero impact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 → 9/10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2044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 (конверсия)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6.5/10 → 9.5/10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Premium feel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 → 9.5/10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8116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 / SEO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81160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 → 9/10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предлагаем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прямо сейчас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C9203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лендинга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971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Открыть и пройтись вместе по структуре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C9203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контент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Какие тексты, цифры, фото меняем под клиента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C9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 аналитика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160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Чтобы заявки реально приходили + Метрика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C9203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на домен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754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Купить .by → Vercel → клиент видит онлайн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C92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B2C-зона + соцсети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349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Рецепты, /где-купить, контент-план Instagram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11204A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0"/>
            <a:ext cx="54864" cy="6858000"/>
          </a:xfrm>
          <a:prstGeom prst="rect">
            <a:avLst/>
          </a:prstGeom>
          <a:solidFill>
            <a:srgbClr val="C92030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LANDINGPRO.BY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1371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680960" y="2011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ключ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7680960" y="2834640"/>
            <a:ext cx="731520" cy="36576"/>
          </a:xfrm>
          <a:prstGeom prst="rect">
            <a:avLst/>
          </a:prstGeom>
          <a:solidFill>
            <a:srgbClr val="C92030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Эмиль · LandingPro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8096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Лендинги + AI-автоматизация для бизнеса в Минске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809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landingpro.by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809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info@landingpro.by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80960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Telegram: @landingproby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LandingPro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Фаворит-Продукт — Презентация проекта</dc:title>
  <dc:subject>PptxGenJS Presentation</dc:subject>
  <dc:creator>LandingPro.by</dc:creator>
  <cp:lastModifiedBy>LandingPro.by</cp:lastModifiedBy>
  <cp:revision>1</cp:revision>
  <dcterms:created xsi:type="dcterms:W3CDTF">2026-04-29T07:31:40Z</dcterms:created>
  <dcterms:modified xsi:type="dcterms:W3CDTF">2026-04-29T07:31:40Z</dcterms:modified>
</cp:coreProperties>
</file>